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Search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binary search tree has time complexity O(log n) for search, insert, and delete in the average case.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 search(node, key):</a:t>
            </a:r>
          </a:p>
          <a:p>
            <a:r>
              <a:t>    if node is None or node.key == key:</a:t>
            </a:r>
          </a:p>
          <a:p>
            <a:r>
              <a:t>        return node</a:t>
            </a:r>
          </a:p>
          <a:p>
            <a:r>
              <a:t>    if key &lt; node.key:</a:t>
            </a:r>
          </a:p>
          <a:p>
            <a:r>
              <a:t>        return search(node.left, key)</a:t>
            </a:r>
          </a:p>
          <a:p>
            <a:r>
              <a:t>    return search(node.right, key)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